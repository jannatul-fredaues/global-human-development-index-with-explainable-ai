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9" r:id="rId1"/>
  </p:sldMasterIdLst>
  <p:notesMasterIdLst>
    <p:notesMasterId r:id="rId11"/>
  </p:notesMasterIdLst>
  <p:handoutMasterIdLst>
    <p:handoutMasterId r:id="rId12"/>
  </p:handoutMasterIdLst>
  <p:sldIdLst>
    <p:sldId id="256" r:id="rId2"/>
    <p:sldId id="293" r:id="rId3"/>
    <p:sldId id="280" r:id="rId4"/>
    <p:sldId id="298" r:id="rId5"/>
    <p:sldId id="299" r:id="rId6"/>
    <p:sldId id="297" r:id="rId7"/>
    <p:sldId id="294" r:id="rId8"/>
    <p:sldId id="296" r:id="rId9"/>
    <p:sldId id="292" r:id="rId10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6" autoAdjust="0"/>
    <p:restoredTop sz="94660"/>
  </p:normalViewPr>
  <p:slideViewPr>
    <p:cSldViewPr>
      <p:cViewPr varScale="1">
        <p:scale>
          <a:sx n="81" d="100"/>
          <a:sy n="81" d="100"/>
        </p:scale>
        <p:origin x="710" y="5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5" d="100"/>
          <a:sy n="55" d="100"/>
        </p:scale>
        <p:origin x="288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39134B-6EA9-4ED3-962D-9AD456B91A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5163C-D952-45C1-BBBC-07F9E6FC4AB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4CFA23-11E8-4C5D-9D6A-8BF897C03BEE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95E4B-BAE0-4747-A3B3-1C13E52586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4705-DBC4-4C7F-BFAD-CC24981639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608380-18BC-4B1D-BC9C-F9B2C015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1349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0F2D6876-F133-46D3-95E2-A34AD9BDC8CB}" type="datetimeFigureOut">
              <a:rPr lang="en-US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A40400-4F5E-4E00-9BB5-F457594CE77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6421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36801" y="5943600"/>
            <a:ext cx="98425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Final Year Defense</a:t>
            </a:r>
            <a:endParaRPr lang="en-US" b="1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676400"/>
            <a:ext cx="10972800" cy="396240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2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75000"/>
                  </a:schemeClr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7AD9AE-DAF0-4070-950A-9E3660EBE49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1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609600" y="5951845"/>
            <a:ext cx="1538817" cy="411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Rectangle 11"/>
          <p:cNvSpPr/>
          <p:nvPr userDrawn="1"/>
        </p:nvSpPr>
        <p:spPr>
          <a:xfrm>
            <a:off x="2336801" y="5943600"/>
            <a:ext cx="98425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Title Phase Evaluation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263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3759200" y="0"/>
            <a:ext cx="8432800" cy="6858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Title Phase Evaluation</a:t>
            </a:r>
            <a:endParaRPr lang="en-US" b="1" dirty="0"/>
          </a:p>
        </p:txBody>
      </p:sp>
      <p:pic>
        <p:nvPicPr>
          <p:cNvPr id="6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146051" y="80964"/>
            <a:ext cx="2901949" cy="574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 userDrawn="1"/>
        </p:nvSpPr>
        <p:spPr>
          <a:xfrm>
            <a:off x="914400" y="3200400"/>
            <a:ext cx="5080000" cy="533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dirty="0"/>
              <a:t>Presented by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6400800" y="3200400"/>
            <a:ext cx="5283200" cy="533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1" dirty="0"/>
              <a:t>Supervised by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43000"/>
            <a:ext cx="10363200" cy="1752600"/>
          </a:xfrm>
        </p:spPr>
        <p:txBody>
          <a:bodyPr/>
          <a:lstStyle>
            <a:lvl1pPr>
              <a:defRPr b="1"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Times New Roman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886200"/>
            <a:ext cx="5181600" cy="2209800"/>
          </a:xfrm>
        </p:spPr>
        <p:txBody>
          <a:bodyPr>
            <a:normAutofit/>
          </a:bodyPr>
          <a:lstStyle>
            <a:lvl1pPr marL="0" indent="0" algn="ctr">
              <a:buNone/>
              <a:defRPr sz="27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3"/>
          </p:nvPr>
        </p:nvSpPr>
        <p:spPr>
          <a:xfrm>
            <a:off x="6400800" y="3886200"/>
            <a:ext cx="5283200" cy="2209800"/>
          </a:xfrm>
        </p:spPr>
        <p:txBody>
          <a:bodyPr>
            <a:normAutofit/>
          </a:bodyPr>
          <a:lstStyle>
            <a:lvl1pPr algn="ctr">
              <a:buNone/>
              <a:defRPr sz="2700">
                <a:solidFill>
                  <a:srgbClr val="0070C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C254C3-6D07-4044-A98A-C7B9FCC216AA}" type="datetime1">
              <a:rPr lang="en-US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2AF6E4-9F0F-4D32-8D8E-755B2E69BA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304801" y="5943600"/>
            <a:ext cx="153881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 userDrawn="1"/>
        </p:nvSpPr>
        <p:spPr>
          <a:xfrm>
            <a:off x="2336801" y="5943600"/>
            <a:ext cx="98425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/>
              <a:t>Title Phase Evaluation</a:t>
            </a:r>
            <a:endParaRPr lang="en-US" b="1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2192000" cy="228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676400"/>
            <a:ext cx="10972800" cy="3962400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75000"/>
                  </a:schemeClr>
                </a:solidFill>
              </a:defRPr>
            </a:lvl2pPr>
            <a:lvl3pPr>
              <a:defRPr>
                <a:solidFill>
                  <a:schemeClr val="accent2">
                    <a:lumMod val="75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75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7AD9AE-DAF0-4070-950A-9E3660EBE497}" type="datetime1">
              <a:rPr lang="en-US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D333A3-7515-47B8-9EDC-EE0892D9C8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875161A3-B757-4210-8554-6B2250A4A5D7}" type="datetime1">
              <a:rPr lang="en-US" smtClean="0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201EAB7-4B8F-4B70-B0ED-2782ACD77B0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58" r:id="rId1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1638300" y="1219200"/>
            <a:ext cx="8915400" cy="99060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4000" dirty="0">
                <a:solidFill>
                  <a:srgbClr val="7030A0"/>
                </a:solidFill>
              </a:rPr>
              <a:t>Title: Fraud Detection in Social Media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143000" y="3797432"/>
            <a:ext cx="4572000" cy="2057400"/>
          </a:xfrm>
        </p:spPr>
        <p:txBody>
          <a:bodyPr rtlCol="0">
            <a:normAutofit fontScale="92500"/>
          </a:bodyPr>
          <a:lstStyle/>
          <a:p>
            <a:pPr>
              <a:defRPr/>
            </a:pPr>
            <a:r>
              <a:rPr lang="en-US" sz="28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Md. Zakir Hossain</a:t>
            </a:r>
          </a:p>
          <a:p>
            <a:pPr>
              <a:defRPr/>
            </a:pPr>
            <a:r>
              <a:rPr lang="en-US" sz="2800" b="1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161-15-7392</a:t>
            </a:r>
          </a:p>
          <a:p>
            <a:pPr>
              <a:defRPr/>
            </a:pPr>
            <a:r>
              <a:rPr lang="en-US" sz="2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Department of CSE </a:t>
            </a:r>
          </a:p>
          <a:p>
            <a:pPr>
              <a:defRPr/>
            </a:pPr>
            <a:r>
              <a:rPr lang="en-US" sz="28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Daffodil International University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en-US" sz="28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defRPr/>
            </a:pPr>
            <a:endParaRPr lang="en-US" sz="28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defRPr/>
            </a:pPr>
            <a:endParaRPr lang="en-US" sz="26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defRPr/>
            </a:pPr>
            <a:endParaRPr lang="en-US" sz="28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defRPr/>
            </a:pPr>
            <a:endParaRPr lang="en-US" dirty="0"/>
          </a:p>
        </p:txBody>
      </p:sp>
      <p:sp>
        <p:nvSpPr>
          <p:cNvPr id="4100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6705600" y="3797432"/>
            <a:ext cx="4800600" cy="2057400"/>
          </a:xfrm>
        </p:spPr>
        <p:txBody>
          <a:bodyPr>
            <a:noAutofit/>
          </a:bodyPr>
          <a:lstStyle/>
          <a:p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Sheak Rashed Haider Noori</a:t>
            </a:r>
          </a:p>
          <a:p>
            <a:r>
              <a:rPr lang="en-US" sz="2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itchFamily="18" charset="0"/>
              </a:rPr>
              <a:t>Professor &amp; Head </a:t>
            </a:r>
          </a:p>
          <a:p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Department of CSE </a:t>
            </a:r>
          </a:p>
          <a:p>
            <a:pPr eaLnBrk="1" hangingPunct="1"/>
            <a:r>
              <a:rPr lang="en-US" sz="26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Daffodil International University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Objective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sz="3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Our main goal is detect whether this product placement is fraud or not by developing a tool.</a:t>
            </a:r>
          </a:p>
          <a:p>
            <a:endParaRPr lang="en-US" sz="30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3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Tracking this type of fraudulent posts.</a:t>
            </a:r>
          </a:p>
          <a:p>
            <a:endParaRPr lang="en-US" sz="30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1600" y="53340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cont..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25664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Motivation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sz="3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Possibilities of placing fake product and create fake hype.</a:t>
            </a:r>
          </a:p>
          <a:p>
            <a:r>
              <a:rPr lang="en-US" sz="3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Actually these type of problems occur almost daily. Till now there are  very few works regarding this problem. So we thought there might be a good scope for us researching this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1600" y="53340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cont..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29560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Background Study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1600" y="53340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cont..</a:t>
            </a:r>
            <a:endParaRPr lang="en-US" b="1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2A1D3E-BE5E-4DD9-8F0D-F0FF825AB0D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956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Gap Analysis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1600" y="53340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cont..</a:t>
            </a:r>
            <a:endParaRPr lang="en-US" b="1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2A1D3E-BE5E-4DD9-8F0D-F0FF825AB0D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9296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Methodology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1600" y="53340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cont..</a:t>
            </a:r>
            <a:endParaRPr lang="en-US" b="1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2A1D3E-BE5E-4DD9-8F0D-F0FF825AB0D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20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Expected Outcomes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sz="3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our tool will make sure that this type of advertisement or post will not appear to user.</a:t>
            </a:r>
          </a:p>
          <a:p>
            <a:endParaRPr lang="en-US" sz="30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3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automatically report to Facebook about these page or person after attempting this for several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1600" y="53340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cont..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25664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r>
              <a:rPr lang="en-US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Conclusion</a:t>
            </a:r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991600" y="5334000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cont..</a:t>
            </a:r>
            <a:endParaRPr lang="en-US" b="1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2A1D3E-BE5E-4DD9-8F0D-F0FF825AB0D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247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868362"/>
          </a:xfrm>
        </p:spPr>
        <p:txBody>
          <a:bodyPr/>
          <a:lstStyle/>
          <a:p>
            <a:endParaRPr lang="en-US" dirty="0">
              <a:solidFill>
                <a:srgbClr val="7030A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6000" b="1" dirty="0">
              <a:solidFill>
                <a:srgbClr val="7030A0"/>
              </a:solidFill>
              <a:latin typeface="Times New Roman" pitchFamily="18" charset="0"/>
              <a:cs typeface="Times New Roman" pitchFamily="18" charset="0"/>
            </a:endParaRPr>
          </a:p>
          <a:p>
            <a:pPr marL="0" indent="0" algn="ctr">
              <a:buNone/>
            </a:pPr>
            <a:r>
              <a:rPr lang="en-US" sz="6000" b="1" dirty="0">
                <a:solidFill>
                  <a:srgbClr val="7030A0"/>
                </a:solidFill>
                <a:latin typeface="Times New Roman" pitchFamily="18" charset="0"/>
                <a:cs typeface="Times New Roman" pitchFamily="18" charset="0"/>
              </a:rPr>
              <a:t>THANK YOU</a:t>
            </a:r>
          </a:p>
          <a:p>
            <a:pPr marL="0" indent="0" algn="r">
              <a:buNone/>
            </a:pPr>
            <a:endParaRPr lang="en-US" sz="30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CD333A3-7515-47B8-9EDC-EE0892D9C86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516608"/>
      </p:ext>
    </p:extLst>
  </p:cSld>
  <p:clrMapOvr>
    <a:masterClrMapping/>
  </p:clrMapOvr>
</p:sld>
</file>

<file path=ppt/theme/theme1.xml><?xml version="1.0" encoding="utf-8"?>
<a:theme xmlns:a="http://schemas.openxmlformats.org/drawingml/2006/main" name="New Microsoft PowerPoint Presentat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New Microsoft PowerPoint Presentation</Template>
  <TotalTime>773</TotalTime>
  <Words>172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New Microsoft PowerPoint Presentation</vt:lpstr>
      <vt:lpstr>Title: Fraud Detection in Social Media</vt:lpstr>
      <vt:lpstr>Objective</vt:lpstr>
      <vt:lpstr>Motivation</vt:lpstr>
      <vt:lpstr>Background Study</vt:lpstr>
      <vt:lpstr>Gap Analysis</vt:lpstr>
      <vt:lpstr>Methodology</vt:lpstr>
      <vt:lpstr>Expected Outcomes</vt:lpstr>
      <vt:lpstr>Conclusion</vt:lpstr>
      <vt:lpstr>PowerPoint Presentation</vt:lpstr>
    </vt:vector>
  </TitlesOfParts>
  <Company>Acer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Valued Acer Customer</dc:creator>
  <cp:lastModifiedBy>Md. Sazzadur Ahamed</cp:lastModifiedBy>
  <cp:revision>242</cp:revision>
  <dcterms:created xsi:type="dcterms:W3CDTF">2011-07-17T02:56:35Z</dcterms:created>
  <dcterms:modified xsi:type="dcterms:W3CDTF">2025-08-11T13:47:22Z</dcterms:modified>
</cp:coreProperties>
</file>