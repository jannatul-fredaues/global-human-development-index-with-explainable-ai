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3" r:id="rId3"/>
    <p:sldId id="280" r:id="rId4"/>
    <p:sldId id="298" r:id="rId5"/>
    <p:sldId id="299" r:id="rId6"/>
    <p:sldId id="297" r:id="rId7"/>
    <p:sldId id="294" r:id="rId8"/>
    <p:sldId id="296" r:id="rId9"/>
    <p:sldId id="29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660"/>
  </p:normalViewPr>
  <p:slideViewPr>
    <p:cSldViewPr>
      <p:cViewPr varScale="1">
        <p:scale>
          <a:sx n="62" d="100"/>
          <a:sy n="62" d="100"/>
        </p:scale>
        <p:origin x="792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39134B-6EA9-4ED3-962D-9AD456B91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5163C-D952-45C1-BBBC-07F9E6FC4A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CFA23-11E8-4C5D-9D6A-8BF897C03BEE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95E4B-BAE0-4747-A3B3-1C13E52586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4705-DBC4-4C7F-BFAD-CC2498163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8380-18BC-4B1D-BC9C-F9B2C015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349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5951845"/>
            <a:ext cx="1538817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Title Phase Evaluation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Title Phase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80964"/>
            <a:ext cx="2901949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914400" y="320040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400800" y="3200400"/>
            <a:ext cx="52832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Supervised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6400800" y="3886200"/>
            <a:ext cx="5283200" cy="2209800"/>
          </a:xfrm>
        </p:spPr>
        <p:txBody>
          <a:bodyPr>
            <a:normAutofit/>
          </a:bodyPr>
          <a:lstStyle>
            <a:lvl1pPr algn="ctr">
              <a:buNone/>
              <a:defRPr sz="27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Title Phase Evaluation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38300" y="1219200"/>
            <a:ext cx="8915400" cy="9906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000" dirty="0">
                <a:solidFill>
                  <a:srgbClr val="7030A0"/>
                </a:solidFill>
              </a:rPr>
              <a:t>Title: Fraud Detection in Social Media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000" y="3797432"/>
            <a:ext cx="4876800" cy="2057400"/>
          </a:xfrm>
        </p:spPr>
        <p:txBody>
          <a:bodyPr rtlCol="0">
            <a:normAutofit fontScale="92500"/>
          </a:bodyPr>
          <a:lstStyle/>
          <a:p>
            <a:pPr>
              <a:defRPr/>
            </a:pP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Jannatul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Ferdaues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(232-15-689)</a:t>
            </a:r>
          </a:p>
          <a:p>
            <a:pPr>
              <a:defRPr/>
            </a:pPr>
            <a:r>
              <a:rPr lang="en-US" sz="2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Sabbir</a:t>
            </a: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Raihan (232-15-382)</a:t>
            </a: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CSE </a:t>
            </a: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10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705600" y="3797432"/>
            <a:ext cx="4800600" cy="2057400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Lamia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Rukhsara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Lecturer (Senior Scale)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CSE </a:t>
            </a:r>
          </a:p>
          <a:p>
            <a:pPr eaLnBrk="1" hangingPunct="1"/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main goal is to develop an explainable AI-based decision-support system that combines country-level human development indicators with individual student characteristics to estimate readiness.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explains which factors most influence each readiness prediction and provides country-level comparison and recommendation support.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development is multidimensional, but country-level HDI alone cannot explain an individual's educational, health, language, stress, and financial circumstances.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early-career professionals need more personalized decision support. We therefore identified an opportunity to connect global human-development context with machine learning and explainable predictions in one accessible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HDI summarizes health, education, and standard of living at country level.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combines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Country_HDI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Country_Life_Expectancy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individual student attributes.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dataset: 55,000 records and 11 variables.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variables include education, field of study, language proficiency, health, stress, earnings/savings, and readiness score.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Candidate models: Linear Regression, Ridge, KNN, Random Forest, and Gradient Boosting.</a:t>
            </a:r>
          </a:p>
          <a:p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implemented through feature-wise prediction sensitivity.</a:t>
            </a:r>
          </a:p>
        </p:txBody>
      </p:sp>
    </p:spTree>
    <p:extLst>
      <p:ext uri="{BB962C8B-B14F-4D97-AF65-F5344CB8AC3E}">
        <p14:creationId xmlns:p14="http://schemas.microsoft.com/office/powerpoint/2010/main" val="67495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HDI is primarily a country-level aggregate and does not provide individual readiness estimates.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Many predictive systems provide a score without showing why the prediction was produced.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development dashboards and ML models are often separated rather than integrated.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Our proposed system connects development context, personal attributes, prediction, explanation, and web-based decision support.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also includes a repeatable data-refresh and model-update workflow.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92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 &amp; Validation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Student readiness dataset + country HDI/life expectancy data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Preprocessing &amp; EDA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Cleaning, encoding, scaling, visualization, correlation analysis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Model Development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Compare Linear, Ridge, KNN, Random Forest, Gradient Boosting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Model Selection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RMSE, MAE, and R²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Explainable AI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Occlusion/sensitivity-based feature contribution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Deployment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Flask REST API + web frontend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Automation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• Weekly data refresh and model retraining via GitHub Actions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82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provide an estimated readiness score using human-development context and individual-level characteristics.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will explain the major factors behind each prediction and provide country-comparison and recommendation views through a web-based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447800"/>
            <a:ext cx="10972800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Global HDI with Explainable AI integrates human-development data with a personalized readiness assessment.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project combines data engineering, regression modeling,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API development, and frontend visualization.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Explainable predictions improve transparency and help users understand model outputs.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data refresh and model selection support maintainability.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is a decision-support prototype, not official admission, visa, immigration, financial, or policy advice.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24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77921" y="990600"/>
            <a:ext cx="10972800" cy="3962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784</TotalTime>
  <Words>580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New Microsoft PowerPoint Presentation</vt:lpstr>
      <vt:lpstr>Title: Fraud Detection in Social Media</vt:lpstr>
      <vt:lpstr>Objective</vt:lpstr>
      <vt:lpstr>Motivation</vt:lpstr>
      <vt:lpstr>Background Study</vt:lpstr>
      <vt:lpstr>Gap Analysis</vt:lpstr>
      <vt:lpstr>Methodology</vt:lpstr>
      <vt:lpstr>Expected Outcomes</vt:lpstr>
      <vt:lpstr>Conclusion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SR Rahman Soha</cp:lastModifiedBy>
  <cp:revision>243</cp:revision>
  <dcterms:created xsi:type="dcterms:W3CDTF">2011-07-17T02:56:35Z</dcterms:created>
  <dcterms:modified xsi:type="dcterms:W3CDTF">2026-08-08T06:23:35Z</dcterms:modified>
</cp:coreProperties>
</file>